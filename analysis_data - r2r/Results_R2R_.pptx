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2" r:id="rId2"/>
    <p:sldId id="276" r:id="rId3"/>
    <p:sldId id="284" r:id="rId4"/>
    <p:sldId id="285" r:id="rId5"/>
    <p:sldId id="271" r:id="rId6"/>
    <p:sldId id="266" r:id="rId7"/>
    <p:sldId id="275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89709" autoAdjust="0"/>
  </p:normalViewPr>
  <p:slideViewPr>
    <p:cSldViewPr snapToGrid="0">
      <p:cViewPr varScale="1">
        <p:scale>
          <a:sx n="99" d="100"/>
          <a:sy n="99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2A1A-048E-4317-9FBA-D081DB5FE75A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55716-F041-4BE2-A87B-FB5C9851D85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950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D720-BC3F-A7EE-1EC3-D1A6731FF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A10A7-187F-16BF-26B1-974ECB4F3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5500-84A6-4A02-32A9-432C6463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C1108-B2D7-9D07-5519-67A21200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6ED5-F6BB-BAA5-BD25-F36107B1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58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F4FB-EDFD-A42E-D4E3-BD9D0683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F2E53-6695-BFD3-EF76-E65160C9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43F1D-4362-AF29-7320-DD634F3F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1262-20E6-106B-7D60-4C21732D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D868B-7DE1-4BD1-9B19-3CB7FD67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724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1E93-8AFD-DC57-FD44-3BA804CC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1FA0-1043-8067-3960-F2F897A1B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9D24-EDAB-B58C-CCAA-CF1E6E41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DFF07-C14B-D4C7-82B3-0A115759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7D0E9-F907-DE00-CF97-4DCF9550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992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E24C-A9D4-7889-920A-119FFD42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F4E7-2033-49D7-C529-96BB5401C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8F4BB-1E24-AF3A-CB88-EE4B0FBE1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6939B-A984-2898-44D8-3FEB7715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55CB2-40EE-1464-148C-9C2F5BB4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2E47F-62DC-BEB9-0972-37410980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700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281C-FBFD-6FFD-1720-12AE2D45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E705A-767F-34B1-FFC5-FC6C4595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DD385-3A9A-B87D-2840-77D7D35C0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2B67-612F-7ED8-28FE-1610B0A60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B04E1-3D24-CB5A-3D2D-6C8987BD8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7ABC5-5A99-E8D0-AFC5-E7D8EA66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29DE4-949A-7815-A53E-9AE14A72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0529A-1858-0C41-ADD5-8E11CAB8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615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54B9-EA44-3EE9-035C-757E95E8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41747-4F6E-6A3C-38DE-07AC79F8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B38B6-5D98-835C-4E43-81825380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294E3-9429-243A-93BE-FBD981E9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75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5384B-ABEF-ABE8-79FE-BDF8B287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A7EB1-DD64-C427-BC30-1477313E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3F18-991D-939A-C173-FA83E10A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736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AF91-F5BF-74BD-98F2-5D6CF013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627B-C4AC-C379-19CD-D521226F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86168-AB21-812E-E397-3C2CCEE6B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37922-6117-A41D-7BAF-E79F371B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14557-38A3-32EA-F482-3D0C35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0AB4C-5082-613A-9263-E5C440BC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502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6280-9FD8-3868-CB4C-98D0D28E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F3984-CEE3-A21B-F909-C3B6D1854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C4C97-C87F-AA34-1582-B2F5ADA09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53078-D107-9C7A-9B45-959CE3EB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4E32-F34C-0021-8821-BCB63BC3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404D8-EAFF-65A4-756A-0AFA6DA9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832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5243-37FE-C830-926C-0FB684E3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13CE3-F970-B701-11D3-F8ED8F81F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4752C-0C2D-BC88-181D-65212780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A5F1F-86EF-A9EC-CD94-9B856CF3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E4A9-0063-A3D0-8913-A6898E3F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055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049B2-CEA5-6DD7-A6BB-771270E7D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2FB00-2CD2-CE96-BE3C-04F7C91D1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D5B5-14F5-3D88-7582-BF0B9519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BF0E-726C-8064-47BC-79B3F468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A5A13-5DA3-2061-781B-3BDA58C9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626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00E18-BB3E-BA4C-A39E-715E8E4B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EFC45-FA0D-0C15-94C3-08DE490B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B26E-949B-5917-012A-D1AB8EF14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8A44B-ED98-4C4F-858A-0C7247F5ECCE}" type="datetimeFigureOut">
              <a:rPr lang="nl-NL" smtClean="0"/>
              <a:t>31-8-2026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87FBB-EE68-EA9D-89B1-FDFF5D976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D3B3-E1BB-0560-8ADC-492C0D457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5826B-E573-412C-822C-E7197BC78C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64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5862-0FA1-162D-EEDF-69F62474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Parametarization of capacity demand: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22D8-3E0C-E595-3021-B7018A274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8930"/>
          </a:xfrm>
        </p:spPr>
        <p:txBody>
          <a:bodyPr>
            <a:normAutofit/>
          </a:bodyPr>
          <a:lstStyle/>
          <a:p>
            <a:r>
              <a:rPr lang="en-US" dirty="0"/>
              <a:t>EOM-ref and EOM-cap (no changes)</a:t>
            </a:r>
          </a:p>
          <a:p>
            <a:r>
              <a:rPr lang="en-US" dirty="0"/>
              <a:t>CM-NoCBP - Peak residual (inelastic) demand as capacity demand</a:t>
            </a:r>
          </a:p>
          <a:p>
            <a:r>
              <a:rPr lang="en-US" dirty="0"/>
              <a:t>Introduced CM-ref - joint scarcity assessment gains</a:t>
            </a:r>
          </a:p>
          <a:p>
            <a:r>
              <a:rPr lang="en-US" dirty="0"/>
              <a:t>CM-FBMC and CM-NTC – based joint scarcity assessment gains and explicit </a:t>
            </a:r>
            <a:r>
              <a:rPr lang="en-US"/>
              <a:t>cross-border procurement.</a:t>
            </a:r>
            <a:endParaRPr lang="en-US" dirty="0"/>
          </a:p>
          <a:p>
            <a:r>
              <a:rPr lang="en-US" dirty="0"/>
              <a:t>CM implicit – based on joint scarcity assessment gains and deduction of expected imports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1480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4C6C-E6F0-953B-3D06-00F218DB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18C7-9EC3-CBF4-ADAB-A41E3BE3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Installed capacity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62972-6682-3BD8-B901-01AEE670A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4" y="1412989"/>
            <a:ext cx="10409499" cy="525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2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766D-CE66-A09D-6822-D09ADF0B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337F-19D2-52F4-82FE-1AD4D1CC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installed capacity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87449-A7ED-89D2-A59F-5CBD0F5D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66" y="1805576"/>
            <a:ext cx="9282896" cy="46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9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BB5C-4023-A829-424F-822B73D7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CFA6-9D8C-E23F-E1B9-F1ABCDED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trade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7AE33-DAC5-0EAD-1CC3-A2FB7F4A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66" y="1805576"/>
            <a:ext cx="9282896" cy="4687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332794-51BD-B6EF-163F-DA78E7B69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97" y="1690688"/>
            <a:ext cx="10178005" cy="49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8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841A-B3F1-42A2-0F14-E8352B16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Welfare decomposition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5CD9F-F53E-CC78-7618-C78D66295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11169"/>
            <a:ext cx="10652567" cy="524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7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7DAA-C891-8E2E-61C1-4B2A1BA1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BA88-7CDD-24EF-7780-4BEF99D7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costs</a:t>
            </a:r>
            <a:endParaRPr lang="nl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021DA-985B-3809-3789-D09498211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86206"/>
            <a:ext cx="10222105" cy="48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9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CFF4-8BDC-6B20-FF80-35067B52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42"/>
            <a:ext cx="10515600" cy="1325563"/>
          </a:xfrm>
        </p:spPr>
        <p:txBody>
          <a:bodyPr/>
          <a:lstStyle/>
          <a:p>
            <a:r>
              <a:rPr lang="en-US" dirty="0"/>
              <a:t>Avg consumer costs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7A6E0-7D2E-7E63-D414-41067A221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0" y="1139713"/>
            <a:ext cx="10941934" cy="53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1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10616</TotalTime>
  <Words>73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Parametarization of capacity demand:</vt:lpstr>
      <vt:lpstr>Installed capacity</vt:lpstr>
      <vt:lpstr>Change in installed capacity</vt:lpstr>
      <vt:lpstr>Capacity trade</vt:lpstr>
      <vt:lpstr>Welfare decomposition</vt:lpstr>
      <vt:lpstr>System costs</vt:lpstr>
      <vt:lpstr>Avg consumer costs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Kamaldeen Adekola</dc:creator>
  <cp:lastModifiedBy>Kamaldeen Adekola</cp:lastModifiedBy>
  <cp:revision>22</cp:revision>
  <dcterms:created xsi:type="dcterms:W3CDTF">2026-01-18T11:39:24Z</dcterms:created>
  <dcterms:modified xsi:type="dcterms:W3CDTF">2026-08-31T08:57:23Z</dcterms:modified>
</cp:coreProperties>
</file>